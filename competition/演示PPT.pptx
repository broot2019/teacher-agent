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3E50"/>
                </a:solidFill>
              </a:rPr>
              <a:t>基于AI大模型的高职课程教学资源智能生成系统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7F8C8D"/>
                </a:solidFill>
              </a:rPr>
              <a:t>让 AI 成为教师备课的智能助手  ·  创AI案例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教学中的真实痛点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教案撰写耗时：一份规范教案需要 2-4 小时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题库编制困难：要控制难度梯度、覆盖知识点、避免重复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教学资源分散：教材、PPT、教案散落在不同地方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课程思政融入难：对教师政治素养和教学设计能力要求高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传统方式下，备课工作严重挤占教学研究和创新实践时间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解决方案：智能教学资源生成系统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589520" cy="4724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技术选型：全栈开源 · 国产大模型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589520" cy="48584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六大核心功能模块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feature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589520" cy="5041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独创：三阶段质量保障闭环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qual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589520" cy="3055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RAG 智能答疑：知识库 + 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589520" cy="3055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应用成效（"大数据可视化技术与应用"课程）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教案生成效率提升 80% 以上（从 2-4 小时降至 3-5 分钟）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题库编制效率提升 70% 以上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教案合格率从 60% 提升至 90% 以上（质量闭环效果）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所有教案均结构化融入课程思政元素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知识库已积累 N 份教学资料，形成可复用资产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7FFF"/>
                </a:solidFill>
              </a:rPr>
              <a:t>创新亮点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00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三阶段质量保障闭环（生成 → 自检 → AI 批判 → 修正）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动态课程上下文提示词工程（一次配置，跨课程通用）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轻量级 RAG 架构（无需向量数据库）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课程思政的结构化融入（可量化、可评价）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完全开源（Apache 2.0），符合"开源分享"要求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2C3E50"/>
                </a:solidFill>
              </a:rPr>
              <a:t>◆  安装文档完整，可"复现"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3E50"/>
                </a:solidFill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7F8C8D"/>
                </a:solidFill>
              </a:rPr>
              <a:t>欢迎评委专家提出宝贵意见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